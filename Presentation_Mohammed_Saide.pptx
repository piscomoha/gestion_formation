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0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367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97A7">
              <a:alpha val="40000"/>
            </a:srgbClr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OFPPT  –  ISTA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de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Stagiaires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CAF9"/>
                </a:solidFill>
              </a:rPr>
              <a:t>Projet de Synthèse  –  Développement Digital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3716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CAF9"/>
                </a:solidFill>
              </a:rPr>
              <a:t>Réalisé par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Mohammed Saide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246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CAF9"/>
                </a:solidFill>
              </a:rPr>
              <a:t>Encadrante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Mme. Asmae Youala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3246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CAF9"/>
                </a:solidFill>
              </a:rPr>
              <a:t>Année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2025 – 2026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65C0">
              <a:alpha val="6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E5FC"/>
                </a:solidFill>
              </a:rPr>
              <a:t>Filière : Développement Digital  |  Option : Web Full Stack  |  OFPPT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640080" cy="804672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252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Introduction &amp; Contexte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910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Problématique, objectifs, périmètre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640080" cy="804672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2252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Analyse &amp; Conception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5910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Use Case, Diagramme de 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4884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148840"/>
            <a:ext cx="640080" cy="804672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14884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1854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Environnement Technique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5511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Stack React / Laravel / MySQL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14884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148840"/>
            <a:ext cx="640080" cy="804672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14884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21854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Réalisation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25511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Interfaces et fonctionnalités clés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0" y="310896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0" y="3108960"/>
            <a:ext cx="640080" cy="804672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0" y="310896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60320" y="31455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Conclusion &amp; Perspectives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0" y="35112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Bilan et évolutions futures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–  Introduction &amp; Contexte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Contexte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</a:rPr>
              <a:t>Formation Développement Digital à l'OFPPT.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</a:rPr>
              <a:t>Projet de synthèse : conception complète d'une app web.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</a:rPr>
              <a:t>Objectif : moderniser la gestion académique des établissements de formation professionnelle.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14300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</a:rPr>
              <a:t>Problématique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</a:rPr>
              <a:t>Gestion manuelle : Excel, registres papier.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</a:rPr>
              <a:t>Risques d'erreurs et données dispersées.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</a:rPr>
              <a:t>Pas de suivi en temps réel des présences / notes.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</a:rPr>
              <a:t>Communication inefficace entre acteurs.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Objectifs du Projet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</a:rPr>
              <a:t>Ce que l'application vise à accomplir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565C0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6479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554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Centraliser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8992" y="19202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</a:rPr>
              <a:t>Stagiaires, formateurs, modules et groupes dans une seule BDD cohérente.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4173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565C0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76479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59552" y="1554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Automatiser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59552" y="19202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</a:rPr>
              <a:t>Suivi des présences par séance et calcul des notes d'évaluation.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30632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565C0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41071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Interface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78992" y="35661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</a:rPr>
              <a:t>UI moderne, intuitive et responsive adaptée à chaque rôle.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30632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565C0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41071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59552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Sécuriser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559552" y="35661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</a:rPr>
              <a:t>Authentification par tokens et gestion stricte des rôles.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–  Diagramme de Cas d'Utilisation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5214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" y="1097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Administrateur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8600" y="182880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38328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Gérer années, filières, groupes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8600" y="24231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8328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Gérer modules &amp; formateurs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" y="301752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8328" y="3017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Gérer stagiaires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8600" y="36118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8328" y="3611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Affecter formateur → module/groupe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8600" y="42062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38328" y="4206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Consulter notes &amp; présences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172968" y="109728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152144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1097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Formateur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172968" y="182880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282696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Consulter ses affectations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172968" y="24231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282696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Gérer les présences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172968" y="301752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282696" y="3017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Ajouter / modifier les notes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172968" y="36118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282696" y="3611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Consulter liste des stagiaires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117336" y="109728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152144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47688" y="1097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Stagiaire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6117336" y="182880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227064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Consulter ses notes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117336" y="24231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3F2FD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227064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Consulter ses présences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</a:rPr>
              <a:t>«include» : Affecter un formateur → implique le Formateur comme acteur inclus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–  Diagramme de Classes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1078992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AnneeScolaire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14630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idAnneeScolaire (PK)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71907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libelle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9751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dateDebut / dateFin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73552" y="1097280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73552" y="109728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73552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Filiere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idFiliere (PK)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71907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libelle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9751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64224" y="1097280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64224" y="109728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64224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Formateur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14630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idFormateur (PK)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73952" y="171907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nom, prenom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19751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email, telephone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2395728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2395728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2880" y="2395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" y="27614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idModule (PK)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" y="301752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libelle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" y="32735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coefficient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73552" y="2395728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73552" y="2395728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73552" y="2395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27614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idGroupe (PK)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301752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libelle, effectif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32735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idFiliere (FK)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64224" y="2395728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AD145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64224" y="2395728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64224" y="2395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Stagiaire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73952" y="27614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idStagiaire (PK)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73952" y="301752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nom, prenom, email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73952" y="32735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idGroupe (FK)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3694176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A162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82880" y="3694176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82880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Affectation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2608" y="40599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idAffectation (PK)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2608" y="431596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FK: AnneeScolaire, Formateur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92608" y="457200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FK: Module, Groupe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73552" y="3694176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069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73552" y="3694176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73552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Presence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383280" y="40599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idPresence (PK)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83280" y="431596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dateSeance, statut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83280" y="457200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FK: Affectation, Stagiaire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64224" y="3694176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364224" y="3694176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64224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Note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73952" y="40599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idNote (PK)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73952" y="431596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note (float), dateEval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73952" y="457200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FK: Affectation, Stagiaire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  –  Environnement Technique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5156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1565C0">
              <a:alpha val="75000"/>
            </a:srgbClr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1188720"/>
            <a:ext cx="914400" cy="914400"/>
          </a:xfrm>
          <a:prstGeom prst="ellipse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</a:rPr>
              <a:t>Front-End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</a:rPr>
              <a:t>FrameWork</a:t>
            </a:r>
            <a:r>
              <a:rPr lang="en-US" sz="1000" dirty="0">
                <a:solidFill>
                  <a:srgbClr val="FFFFFF"/>
                </a:solidFill>
              </a:rPr>
              <a:t> : TypeScript  + Vite 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3246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3794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Axios (HTTP)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23160" y="105156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1565C0">
              <a:alpha val="75000"/>
            </a:srgbClr>
          </a:solidFill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953512" y="1188720"/>
            <a:ext cx="914400" cy="914400"/>
          </a:xfrm>
          <a:prstGeom prst="ellipse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417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2316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</a:rPr>
              <a:t>Back-End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1460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Laravel 11 (PHP)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514600" y="3246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API REST + Sanctum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514600" y="3794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Eloquent ORM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0" y="105156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1565C0">
              <a:alpha val="75000"/>
            </a:srgbClr>
          </a:solidFill>
          <a:ln w="1905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102352" y="1188720"/>
            <a:ext cx="914400" cy="914400"/>
          </a:xfrm>
          <a:prstGeom prst="ellipse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14173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BB6A"/>
                </a:solidFill>
              </a:rPr>
              <a:t>Base de Données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66344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MySQL 8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663440" y="3246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Migrations Laravel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663440" y="3794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Seeders / Faker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720840" y="105156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1565C0">
              <a:alpha val="75000"/>
            </a:srgbClr>
          </a:solidFill>
          <a:ln w="1905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251192" y="1188720"/>
            <a:ext cx="914400" cy="914400"/>
          </a:xfrm>
          <a:prstGeom prst="ellipse">
            <a:avLst/>
          </a:prstGeom>
          <a:solidFill>
            <a:srgbClr val="EF5350">
              <a:alpha val="80000"/>
            </a:srgbClr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141732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2084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5350"/>
                </a:solidFill>
              </a:rPr>
              <a:t>Outils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81228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VS Code + Git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812280" y="3246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Postman (tests API)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812280" y="3794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StarUML (UML)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CAF9"/>
                </a:solidFill>
              </a:rPr>
              <a:t>TypeScript←→  Laravel API  ←→  MySQL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–  Réalisation : Authentification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Flux d'Authentification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7099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L'utilisateur saisit email + mot de passe.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3042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Laravel vérifie et génère un token Sanctum.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89864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Le rôle est retourné (admin / formateur / stagiaire).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4930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React redirige vers le tableau de bord du rôle.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0873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Toutes les requêtes API incluent le token.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1143000"/>
            <a:ext cx="4251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FDD24EF-3F86-692C-42C1-450F37AA3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966" y="1165860"/>
            <a:ext cx="4362027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–  Tableau de Bord Administrateur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Stagiaires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972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097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23160" y="1481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Formateurs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097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—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1481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Modules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0972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20840" y="1097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20840" y="1481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Affectations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011680"/>
            <a:ext cx="859536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3143305-EF3D-B3A0-9022-0C766C00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94" y="1045246"/>
            <a:ext cx="8812106" cy="3994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–  Modules de Gestion (CRUD)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2306" y="1116283"/>
            <a:ext cx="3152987" cy="1428750"/>
          </a:xfrm>
          <a:prstGeom prst="roundRect">
            <a:avLst>
              <a:gd name="adj" fmla="val 5556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Fonctionnalités CRUD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2307" y="1374111"/>
            <a:ext cx="2970106" cy="108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Tableau paginé avec tri et recherche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Formulaire d'ajout validé client + serveur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Modification avec pré-remplissage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Suppression avec confirmation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1430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Stagiaires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430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Formateurs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0" y="1143000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0" y="11430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Groupes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19202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Filières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0" y="1920240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0" y="19202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Affectations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926080"/>
            <a:ext cx="8595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4422E82-A189-F275-FCA1-1B4A409D4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7" y="2633044"/>
            <a:ext cx="2096589" cy="27349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9ACAD1C-D01C-DA7B-F240-A1F493F34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017" y="2800350"/>
            <a:ext cx="6061166" cy="21539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–  Présences &amp; Notes (Formateur)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78230"/>
            <a:ext cx="3703320" cy="1613263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9050">
            <a:solidFill>
              <a:srgbClr val="0097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</a:rPr>
              <a:t>Gestion des Présences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3291840" cy="944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Sélection du groupe et du module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Statut : Présent / Absent / Retard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Enregistrement en un seul clic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Modification des séances passées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0" y="1143000"/>
            <a:ext cx="3586480" cy="1546013"/>
          </a:xfrm>
          <a:prstGeom prst="roundRect">
            <a:avLst>
              <a:gd name="adj" fmla="val 5000"/>
            </a:avLst>
          </a:prstGeom>
          <a:solidFill>
            <a:srgbClr val="FFF9C4"/>
          </a:solidFill>
          <a:ln w="19050">
            <a:solidFill>
              <a:srgbClr val="FFB3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</a:rPr>
              <a:t>Gestion des Notes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120639" y="1554480"/>
            <a:ext cx="3376749" cy="1080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Notes sur 20 avec date d'évaluation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Modification des notes existantes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Moyenne pondérée par coefficient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Stats : min, max, moyenne de classe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" y="31089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546E7A"/>
                </a:solidFill>
              </a:rPr>
              <a:t>nterface</a:t>
            </a:r>
            <a:r>
              <a:rPr lang="en-US" sz="1100" b="1" dirty="0">
                <a:solidFill>
                  <a:srgbClr val="546E7A"/>
                </a:solidFill>
              </a:rPr>
              <a:t> Présences</a:t>
            </a:r>
            <a:endParaRPr lang="en-US" sz="18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Insérez votre capture d'écran ici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937760" y="31089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E0C7B2-FAE4-2CDB-79F9-58C4FAA04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864529"/>
            <a:ext cx="4069080" cy="20732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A4C62BB-28F9-B86B-3F98-EEB152F28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320" y="3000587"/>
            <a:ext cx="4206240" cy="17234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–  Espace Stagiaire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3918374" cy="1640840"/>
          </a:xfrm>
          <a:prstGeom prst="roundRect">
            <a:avLst>
              <a:gd name="adj" fmla="val 4762"/>
            </a:avLst>
          </a:prstGeom>
          <a:solidFill>
            <a:srgbClr val="E3F2FD"/>
          </a:solidFill>
          <a:ln w="19050">
            <a:solidFill>
              <a:srgbClr val="7B1FA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</a:rPr>
              <a:t>Mes Notes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3337560" cy="907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Notes par module avec date d'évaluation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Comparaison avec la moyenne de classe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Affichage clair et synthétique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51307" y="1097280"/>
            <a:ext cx="3854026" cy="1686560"/>
          </a:xfrm>
          <a:prstGeom prst="roundRect">
            <a:avLst>
              <a:gd name="adj" fmla="val 4762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Mes Présences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664208"/>
            <a:ext cx="3498427" cy="949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Historique par séance et par module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Statut : Présent / Absent / Retard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Taux d'absentéisme calculé automatiquement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15468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9F65DD-A173-15E6-9D4E-2FA1CE6A9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" y="2815630"/>
            <a:ext cx="9078686" cy="23159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–  Conclusion &amp; Perspectives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1565C0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✅  Bilan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</a:rPr>
              <a:t>Application fonctionnelle et sécurisée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</a:rPr>
              <a:t>Architecture full-stack moderne maîtrisée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</a:rPr>
              <a:t>Interface responsive multi-rôles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</a:rPr>
              <a:t>Objectifs de centralisation atteints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1565C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</a:rPr>
              <a:t>🚀  Perspectives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72768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</a:rPr>
              <a:t>App mobile React Native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E3F2FD"/>
                </a:solidFill>
              </a:rPr>
              <a:t>Tableaux </a:t>
            </a:r>
            <a:r>
              <a:rPr lang="en-US" sz="1100" dirty="0">
                <a:solidFill>
                  <a:srgbClr val="E3F2FD"/>
                </a:solidFill>
              </a:rPr>
              <a:t>de bord statistiques avancés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3F2FD"/>
                </a:solidFill>
              </a:rPr>
              <a:t>Export PDF des bulletins de notes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93192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00BCD4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931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Merci pour votre attention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710</Words>
  <Application>Microsoft Office PowerPoint</Application>
  <PresentationFormat>On-screen Show (16:9)</PresentationFormat>
  <Paragraphs>197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Web de Suivi des Stagiaires</dc:title>
  <dc:subject>PptxGenJS Presentation</dc:subject>
  <dc:creator>Mohammed Saide</dc:creator>
  <cp:lastModifiedBy>Loli Pop</cp:lastModifiedBy>
  <cp:revision>3</cp:revision>
  <dcterms:created xsi:type="dcterms:W3CDTF">2026-06-11T06:02:15Z</dcterms:created>
  <dcterms:modified xsi:type="dcterms:W3CDTF">2026-06-12T05:39:28Z</dcterms:modified>
</cp:coreProperties>
</file>